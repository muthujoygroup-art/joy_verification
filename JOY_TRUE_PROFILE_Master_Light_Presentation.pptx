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694944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097280"/>
            <a:ext cx="42062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NEXT-GENERATION VERIFICATION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Times New Roman"/>
              </a:rPr>
              <a:t>JOY TRUE PROFILE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  <a:latin typeface="Times New Roman"/>
              </a:rPr>
              <a:t>Fast, Accurate &amp; Direct Workforce Background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Times New Roman"/>
              </a:rPr>
              <a:t>A complete cloud platform that checks employee and vendor records directly from government and banking databases in under 45 seconds.
Built &amp; Operated by JOY Corporate Solutions Private Limited, Coimbatore.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434840"/>
            <a:ext cx="196596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⚡ Under 45 Seconds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Instant Government API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434840"/>
            <a:ext cx="196596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🛡️ 100% Legal &amp; Safe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Full DPDP Act 2023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4434840"/>
            <a:ext cx="196596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💰 Pay-Per-Use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Zero Advance Fees &amp; Simple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822960"/>
            <a:ext cx="359633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188720"/>
            <a:ext cx="2103120" cy="24319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36576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Times New Roman"/>
              </a:rPr>
              <a:t>JOY TRUE PROFILE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  <a:latin typeface="Times New Roman"/>
              </a:rPr>
              <a:t>Direct Digital Verification Rail
Connecting HRs, Candidates &amp; Vendors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 / 14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PROBLEM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Purpose of This Project: Why We Built Joy True Profile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Times New Roman"/>
              </a:rPr>
              <a:t>❌ THE OLD WAY OF CHECKING (SLOW &amp; RISKY)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Takes 15 to 20 Days: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Long waiting times cause selected candidates to join competitors.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Fake Certificates &amp; Papers: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Easy to fake relieving letters, salary slips, and photocopied IDs.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Double Job (Moonlighting) Risk: </a:t>
            </a:r>
            <a:r>
              <a:rPr sz="1000">
                <a:solidFill>
                  <a:srgbClr val="1E293B"/>
                </a:solidFill>
                <a:latin typeface="Times New Roman"/>
              </a:rPr>
              <a:t>No quick way to check if an employee is working two jobs simultaneously.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Ghost Contractor Billing: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Contractor agencies billing for fake workers who never worked on site.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Heavy Monthly Advance Fees: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Traditional agencies charge high fixed monthly retainer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✔ THE JOY TRUE PROFILE SOLUTION (FAST &amp; RELIABLE)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Instant Sub-45 Second Checks: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Connects directly to government and bank servers for real-time results.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100% Genuine Digital Proof: </a:t>
            </a:r>
            <a:r>
              <a:rPr sz="1000">
                <a:solidFill>
                  <a:srgbClr val="1E293B"/>
                </a:solidFill>
                <a:latin typeface="Times New Roman"/>
              </a:rPr>
              <a:t>Tamper-proof PDF report with a scannable QR code to confirm authenticity.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Automatic Double Job Alert: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Checks PF records to instantly find overlapping employment histories.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Labor Law Compliance (Form XVI):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Matches gate entries with PF deposits to eliminate ghost contractor billing.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Simple Pay-Per-Candidate Model: </a:t>
            </a:r>
            <a:r>
              <a:rPr sz="1000">
                <a:solidFill>
                  <a:srgbClr val="1E293B"/>
                </a:solidFill>
                <a:latin typeface="Times New Roman"/>
              </a:rPr>
              <a:t>No setup fees, no monthly retainers. Pay only for verified profiles.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2 / 14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Features of JOY TRUE PROFILE: What the System Does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🆔 1. Identity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Aadhaar OTP &amp; instant demographic match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PAN card verification with name match score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Driving License and Vehicle RC check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Passport verification for global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🏦 2. Bank Account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₹1 Penny Drop test via IMPS banking network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Confirms exact registered account holder name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Validates bank branch and active account status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Eliminates salary transfer mistakes &amp; fraud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🏢 3. PF &amp; Job History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Direct EPFO Universal Account Number lookup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Full employment timeline and company history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Flags double employment &amp; moonlighting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Nationwide court and litigation record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📱 4. Mobile Portal &amp; DigiLocker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1-Click WhatsApp invite link with secure PIN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Pulls original college degrees via DigiLocker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3D live camera selfie to match Aadhaar photo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Certified PDF report ready to download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3 / 14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END-TO-END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Short Workflow of the Project: 5 Simple Steps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63039"/>
            <a:ext cx="2560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1: HR Enters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35607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HR enters candidate basic details or uploads an Excel sheet with 500+ candidates in one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404872"/>
            <a:ext cx="25603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2: WhatsApp Link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Candidate automatically receives a personal WhatsApp and SMS link with a secure 4-digit PIN.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9544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346703"/>
            <a:ext cx="25603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3: Candidate Verifies on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19272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Candidate opens the link, enters PIN, completes Aadhaar OTP, pulls DigiLocker degree, and takes a selfie.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51376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288536"/>
            <a:ext cx="2560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4: Sub-45s Instant Database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261104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System instantly checks Aadhaar, PAN, Bank account, and PF job history directly from official servers.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93208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230368"/>
            <a:ext cx="2560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5: Download Certified PDF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202936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HR downloads the official background verification dossier complete with corporate logo and scannable QR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4 / 14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PORTAL ARCHITECTURE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Portal 1: Super Admin Portal — Master Control Console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Times New Roman"/>
              </a:rPr>
              <a:t>👑 SUPER ADMIN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Manage All Client Companies: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Onboard new client companies, verify their CIN/GSTIN, and activate their corporate accounts.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API Speed &amp; Uptime Tracker: </a:t>
            </a:r>
            <a:r>
              <a:rPr sz="1000">
                <a:solidFill>
                  <a:srgbClr val="1E293B"/>
                </a:solidFill>
                <a:latin typeface="Times New Roman"/>
              </a:rPr>
              <a:t>Real-time monitor tracking speed and uptime for Aadhaar, PAN, Bank, and EPFO servers.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Custom Pricing &amp; Credit Setup: </a:t>
            </a:r>
            <a:r>
              <a:rPr sz="1000">
                <a:solidFill>
                  <a:srgbClr val="1E293B"/>
                </a:solidFill>
                <a:latin typeface="Times New Roman"/>
              </a:rPr>
              <a:t>Set custom per-verification prices, postpaid credit limits, and low-balance alerts per company.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Complete System Security Audit: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Oversee platform-wide activity, data export history, and legal DPDP consent logs.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7C3AED"/>
                </a:solidFill>
                <a:latin typeface="Times New Roman"/>
              </a:rPr>
              <a:t>⚙️ Super Admin Daily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Add Company ➔ 2. Set Custom Price &amp; Credit ➔ 3. Monitor Live API Speed ➔ 4. Oversee Monthly 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porate_shield_vault_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96209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6908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Times New Roman"/>
              </a:rPr>
              <a:t>Master Platform Control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Gives the platform administrator full visibility over all tenant companies, API uptime, server load, and automated monthly billing.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5 / 14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PORTAL ARCHITECTURE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Portal 2: Company Admin Portal — Corporate Headquarters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🏢 COMPANY ADMIN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Company Profile &amp; Logo: </a:t>
            </a:r>
            <a:r>
              <a:rPr sz="1000">
                <a:solidFill>
                  <a:srgbClr val="1E293B"/>
                </a:solidFill>
                <a:latin typeface="Times New Roman"/>
              </a:rPr>
              <a:t>Upload corporate branding logo, manage registered office addresses, CIN, GSTIN, and company PAN.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HR Recruiter Provisioning: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Add and manage HR recruiters, allocate verification quotas, and configure recruiter access.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Postpaid Monthly Billing: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Real-time dashboard showing verified candidates, pending balance, and monthly 18% GST tax invoices.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Contractor Compliance Oversight: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Monitor third-party contractor workforce registers and ensure full statutory labor compliance.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563EB"/>
                </a:solidFill>
                <a:latin typeface="Times New Roman"/>
              </a:rPr>
              <a:t>⚙️ Company Admin Daily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Set Company Logo ➔ 2. Add HR Recruiters ➔ 3. Monitor All Candidate Checks ➔ 4. Pay Monthly 18% GST Bill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bor_3d_manag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96209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6908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Times New Roman"/>
              </a:rPr>
              <a:t>Corporate Team &amp; Finance Hub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Enables company leaders to supervise HR teams, control spending with zero advance fees, and download official 18% GST tax invoices.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6 / 14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PORTAL ARCHITECTURE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Portal 3: HR Executive Workstation — Recruiter Dashboard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👔 HR EXECUTIVE WORKSTATION — FEATURES &amp; WORKFLOW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Single Intake &amp; 500+ Excel Import: </a:t>
            </a:r>
            <a:r>
              <a:rPr sz="980">
                <a:solidFill>
                  <a:srgbClr val="1E293B"/>
                </a:solidFill>
                <a:latin typeface="Times New Roman"/>
              </a:rPr>
              <a:t>Enter candidate info individually or upload a batch of 500+ candidates using an Excel sheet.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WhatsApp Magic Links: </a:t>
            </a:r>
            <a:r>
              <a:rPr sz="980">
                <a:solidFill>
                  <a:srgbClr val="1E293B"/>
                </a:solidFill>
                <a:latin typeface="Times New Roman"/>
              </a:rPr>
              <a:t>Send invitation links via WhatsApp and SMS with automatically generated 4-digit security PINs.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Candidate Progress Board: </a:t>
            </a:r>
            <a:r>
              <a:rPr sz="980">
                <a:solidFill>
                  <a:srgbClr val="1E293B"/>
                </a:solidFill>
                <a:latin typeface="Times New Roman"/>
              </a:rPr>
              <a:t>Track who has opened the link, who is filling the form, and whose checks are completed in real time.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AI Photo &amp; Face Matching: </a:t>
            </a:r>
            <a:r>
              <a:rPr sz="980">
                <a:solidFill>
                  <a:srgbClr val="1E293B"/>
                </a:solidFill>
                <a:latin typeface="Times New Roman"/>
              </a:rPr>
              <a:t>Compares candidate's live camera selfie with their official Aadhaar photo and shows match percentage.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Master PDF Dossier: </a:t>
            </a:r>
            <a:r>
              <a:rPr sz="980">
                <a:solidFill>
                  <a:srgbClr val="1E293B"/>
                </a:solidFill>
                <a:latin typeface="Times New Roman"/>
              </a:rPr>
              <a:t>Download the complete verified report stamped with company logo, QR code, and digital seal.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⚙️ HR Recruiter Daily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Enter Candidate / Excel ➔ 2. Send WhatsApp Link ➔ 3. Watch Live Status ➔ 4. Download PDF Dossier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o_employee_3d_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96209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6908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Times New Roman"/>
              </a:rPr>
              <a:t>Recruiter High-Speed Engine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Cuts recruitment verification time from 3 weeks to under a minute, letting HRs onboard genuine candidates immediately.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7 / 14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PORTAL ARCHITECTURE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Portal 4: Candidate Portal — Frictionless Mobile Web App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Times New Roman"/>
              </a:rPr>
              <a:t>📱 CANDIDATE PORTAL — FEATURES &amp; WORKFLOW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No Mobile App Needed: </a:t>
            </a:r>
            <a:r>
              <a:rPr sz="980">
                <a:solidFill>
                  <a:srgbClr val="1E293B"/>
                </a:solidFill>
                <a:latin typeface="Times New Roman"/>
              </a:rPr>
              <a:t>Candidates open the link directly on their smartphone browser with zero app downloads required.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4-Digit PIN Protection: </a:t>
            </a:r>
            <a:r>
              <a:rPr sz="980">
                <a:solidFill>
                  <a:srgbClr val="1E293B"/>
                </a:solidFill>
                <a:latin typeface="Times New Roman"/>
              </a:rPr>
              <a:t>Each candidate receives a secret PIN on WhatsApp/SMS to ensure only they can open the link.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Aadhaar OTP e-KYC: </a:t>
            </a:r>
            <a:r>
              <a:rPr sz="980">
                <a:solidFill>
                  <a:srgbClr val="1E293B"/>
                </a:solidFill>
                <a:latin typeface="Times New Roman"/>
              </a:rPr>
              <a:t>Instant paperless identity verification with automatic number masking (XXXX-XXXX-1234).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DigiLocker Degree Fetch: </a:t>
            </a:r>
            <a:r>
              <a:rPr sz="980">
                <a:solidFill>
                  <a:srgbClr val="1E293B"/>
                </a:solidFill>
                <a:latin typeface="Times New Roman"/>
              </a:rPr>
              <a:t>1-Click connect to DigiLocker to pull verified 10th/12th marksheets, degrees, and licenses.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3D Camera Selfie Scan: </a:t>
            </a:r>
            <a:r>
              <a:rPr sz="980">
                <a:solidFill>
                  <a:srgbClr val="1E293B"/>
                </a:solidFill>
                <a:latin typeface="Times New Roman"/>
              </a:rPr>
              <a:t>Takes front, left, and right camera photos to confirm the person is real and prevent fake photos.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D97706"/>
                </a:solidFill>
                <a:latin typeface="Times New Roman"/>
              </a:rPr>
              <a:t>⚙️ Candidate 2-Minute Onboarding 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Open WhatsApp Link ➔ 2. Enter 4-Digit PIN ➔ 3. Enter Aadhaar OTP ➔ 4. Take Selfie &amp;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gilocker_vault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96209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6908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Times New Roman"/>
              </a:rPr>
              <a:t>Frictionless Mobile Journey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Candidates complete the entire verification from anywhere on their smartphone in less than 2 minutes without visiting any office.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8 / 14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PORTAL ARCHITECTURE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Portal 5: Vendor &amp; Contractor Portal — CLRA Compliance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6217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🤝 VENDOR &amp; CONTRACTOR DUE DILIGENCE — FEATURES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Vendor Legal Checks: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Checks vendor Ministry of Corporate Affairs CIN, GSTIN status, Corporate PAN, and MSME registration.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₹1 Bank Account Test: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Penny drop check confirms the vendor's bank account name exactly matches their trade legal name.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CLRA Form XVI Labor Register: </a:t>
            </a:r>
            <a:r>
              <a:rPr sz="1000">
                <a:solidFill>
                  <a:srgbClr val="1E293B"/>
                </a:solidFill>
                <a:latin typeface="Times New Roman"/>
              </a:rPr>
              <a:t>Generates government-approved Contract Labor (Regulation &amp; Abolition) muster automatically.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Anti-Ghost Worker Sync: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Matches deployed factory workers against active PF/ESIC records to stop fraudulent billing.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⚙️ Vendor Due Diligence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Enter Vendor GSTIN ➔ 2. Instant Legal &amp; Bank Verification ➔ 3. Audit Contractor Workers ➔ 4. Export Due Diligence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327855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cument_verif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96209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6908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Times New Roman"/>
              </a:rPr>
              <a:t>Complete Supply Chain Shield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Protects enterprises from vendor financial fraud, labor department penalties, and contractor overbilling across manufacturing sites.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9 / 14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How JOY TRUE PROFILE is Different &amp; Better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Old Traditional BGV Agencies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JOY TRUE PROFILE (Direct Rail)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Verification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15 to 20 Days (Manual phone calls)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Under 45 Seconds (Direct database query)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Data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High error rate from manual paper checks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100% Genuine (Direct Government &amp; Bank APIs)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Double Job (Moonlighting)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No check available (Zero PF visibility)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Smart Live PF Check (Flags active double jobs)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Report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Static PDF (Easy to manipulate)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Tamper-Proof PDF + Scannable QR Code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Contractor Labor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Manual paper records with ghost workers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Automated Form XVI Register &amp; Gate Sync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Times New Roman"/>
                        </a:rPr>
                        <a:t>Commercial Pricing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DC2626"/>
                          </a:solidFill>
                          <a:latin typeface="Times New Roman"/>
                        </a:rPr>
                        <a:t>❌ Expensive advance retainers &amp; lock-ins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059669"/>
                          </a:solidFill>
                          <a:latin typeface="Times New Roman"/>
                        </a:rPr>
                        <a:t>✔ 100% Pay-Per-Use with 18% GST Invoice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10 / 14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INNOVATION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Unique Ideas &amp; Smart Innovations in This Project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63039"/>
            <a:ext cx="292608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⚡ 1. Sub-45s Direct Government 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35607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No middleman screening agencies. The system communicates directly with UIDAI, NSDL, NPCI, and EPFO servers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404872"/>
            <a:ext cx="29260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🛡️ 2. Smart Double Job (Moonlighting)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Automatically analyzes Universal Account Number (UAN) PF records to catch candidates working two jobs in the same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9544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346703"/>
            <a:ext cx="29260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📸 3. 3D Live Selfie &amp; AI Face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19272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Interactive 3D camera selfie scan checks real human presence and mathematically matches face features with the Aadhaar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51376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288536"/>
            <a:ext cx="292608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🏗️ 4. CLRA Form XVI Anti-Ghost Worker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61104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Connects factory turnstile biometric entries directly to contractor PF/ESIC records, eliminating fake worker invoicing.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93208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230368"/>
            <a:ext cx="292608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🔐 5. Scannable QR Code on Certified PDF Dossiers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02936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Every PDF dossier carries a scannable QR code and cryptographic seal. Anyone can scan with their phone to confirm authentic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11 / 14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SECURITY &amp; DPDP ACT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Data Security &amp; Privacy: 100% Safe, Legal &amp; Compliant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🔒 1. 100% DPDP Act 2023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Candidate gives clear digital consent before any check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Timestamped consent log saved with IP and location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Candidate has full right to view &amp; manage their data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100% compliant with Indian Data Protection laws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🛡️ 2. Bank-Grade 256-Bit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All stored files protected with 256-bit AES encryption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TLS 1.3 secure network connection during verification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Candidate passwords stored with salted cryptographic hash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Zero unauthorized data leaks or external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👁️ 3. Automatic Number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Aadhaar numbers masked automatically to XXXX-XXXX-1234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PAN and Bank account details masked on preview screens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Zero raw biometric fingerprint storage on servers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Follows strict UIDAI government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🏢 4. Multi-Company 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Each company's candidate data is completely separate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No company or recruiter can view another company's data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Auto session logouts to protect unattended screens</a:t>
            </a:r>
          </a:p>
          <a:p>
            <a:pPr>
              <a:spcBef>
                <a:spcPts val="800"/>
              </a:spcBef>
            </a:pPr>
            <a:r>
              <a:rPr sz="980">
                <a:solidFill>
                  <a:srgbClr val="1E293B"/>
                </a:solidFill>
                <a:latin typeface="Times New Roman"/>
              </a:rPr>
              <a:t>• Instant security alerts for any suspicious activity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12 / 14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Times New Roman"/>
              </a:rPr>
              <a:t>MONETIZATION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Times New Roman"/>
              </a:rPr>
              <a:t>Simple Postpaid Pricing &amp; High Business Value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74320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63039"/>
            <a:ext cx="498348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⏱️ 95% Faster Hiring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Reduces verification turnaround from 20 days to under 45 seconds, stopping selected candidates from joining competitors.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39"/>
            <a:ext cx="49834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📉 60% Cost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8424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100% postpaid pay-per-candidate pricing eliminates expensive monthly agency retainers and overhead fees.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49834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🎯 99.98% Verification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Direct queries to UIDAI, NSDL, NPCI and EPFO eliminate human screening errors and fake certificates.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4983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🧾 Automated 18% GST Invoicing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616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Times New Roman"/>
              </a:rPr>
              <a:t>System generates monthly B2B 18% GST tax invoices with 1-click Razorpay, UPI, or NetBanking payment.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13 / 14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1072865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411480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THANK YOU FOR YOUR TIME &amp;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Times New Roman"/>
              </a:rPr>
              <a:t>Thank You! Let's Build Trust Together.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563EB"/>
                </a:solidFill>
                <a:latin typeface="Times New Roman"/>
              </a:rPr>
              <a:t>Transform your workforce and vendor verification with sub-45-second direct government 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34640"/>
            <a:ext cx="3200400" cy="29260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🏢 Corporate Office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E293B"/>
                </a:solidFill>
                <a:latin typeface="Times New Roman"/>
              </a:rPr>
              <a:t>JOY CORPORATE SOLUTIONS PRIVATE LIMITED
Coimbatore, Tamil Nadu, India
PIN: 641001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3200400" cy="2926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📧 Enterprise Email &amp; Web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E293B"/>
                </a:solidFill>
                <a:latin typeface="Times New Roman"/>
              </a:rPr>
              <a:t>Email: info@joycorporatesolutions.com
Web: verification.joycorporatesolutions.com
HR Suite: joypeoplehr.com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834640"/>
            <a:ext cx="3200400" cy="2926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Times New Roman"/>
              </a:rPr>
              <a:t>📞 Direct Phone &amp; Demos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1E293B"/>
                </a:solidFill>
                <a:latin typeface="Times New Roman"/>
              </a:rPr>
              <a:t>Phone / WhatsApp: +91 99946 99044
Operational Hours: Monday - Saturday
9:00 AM - 7:00 PM 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14 / 14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