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694944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097280"/>
            <a:ext cx="475488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NEXT-GENERATION VERIFICATION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Times New Roman"/>
              </a:rPr>
              <a:t>JOY TRUE PROFILE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563EB"/>
                </a:solidFill>
                <a:latin typeface="Times New Roman"/>
              </a:rPr>
              <a:t>Fast, Accurate &amp; Direct Workforce Background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Times New Roman"/>
              </a:rPr>
              <a:t>A complete cloud platform that checks employee and vendor records directly from government and banking databases in under 45 seconds.
Developed &amp; Operated by JOY Corporate Solutions Private Limited, Coimbatore.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434840"/>
            <a:ext cx="1965960" cy="12344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⚡ Under 45 Seconds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  <a:latin typeface="Times New Roman"/>
              </a:rPr>
              <a:t>Instant Government API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4434840"/>
            <a:ext cx="196596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563EB"/>
                </a:solidFill>
                <a:latin typeface="Times New Roman"/>
              </a:rPr>
              <a:t>🛡️ 100% Legal &amp; Safe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  <a:latin typeface="Times New Roman"/>
              </a:rPr>
              <a:t>Full DPDP Act 2023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79" y="4434840"/>
            <a:ext cx="196596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D97706"/>
                </a:solidFill>
                <a:latin typeface="Times New Roman"/>
              </a:rPr>
              <a:t>💰 Pay-Per-Use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  <a:latin typeface="Times New Roman"/>
              </a:rPr>
              <a:t>Zero Advance Fees &amp; Simple Pricing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822960"/>
            <a:ext cx="359633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188720"/>
            <a:ext cx="2103120" cy="24319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46720" y="365760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Times New Roman"/>
              </a:rPr>
              <a:t>JOY TRUE PROFILE</a:t>
            </a:r>
          </a:p>
          <a:p>
            <a:pPr algn="ctr">
              <a:spcBef>
                <a:spcPts val="400"/>
              </a:spcBef>
            </a:pPr>
            <a:r>
              <a:rPr sz="1050">
                <a:solidFill>
                  <a:srgbClr val="64748B"/>
                </a:solidFill>
                <a:latin typeface="Times New Roman"/>
              </a:rPr>
              <a:t>Direct Digital Verification Rail
Connecting HRs, Candidates &amp; Vendors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 / 14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PROBLEM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Purpose of This Project: Why We Built Joy True Profile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C2626"/>
                </a:solidFill>
                <a:latin typeface="Times New Roman"/>
              </a:rPr>
              <a:t>❌ THE OLD WAY OF CHECKING (SLOW &amp; RISKY)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• Takes 15 to 20 Days: </a:t>
            </a:r>
            <a:r>
              <a:rPr sz="1050">
                <a:solidFill>
                  <a:srgbClr val="1E293B"/>
                </a:solidFill>
                <a:latin typeface="Times New Roman"/>
              </a:rPr>
              <a:t>Long waiting times cause selected candidates to join competitors.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• Fake Certificates &amp; Papers: </a:t>
            </a:r>
            <a:r>
              <a:rPr sz="1050">
                <a:solidFill>
                  <a:srgbClr val="1E293B"/>
                </a:solidFill>
                <a:latin typeface="Times New Roman"/>
              </a:rPr>
              <a:t>Easy to fake relieving letters, salary slips, and photocopied IDs.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• Double Job (Moonlighting) Risk: </a:t>
            </a:r>
            <a:r>
              <a:rPr sz="1050">
                <a:solidFill>
                  <a:srgbClr val="1E293B"/>
                </a:solidFill>
                <a:latin typeface="Times New Roman"/>
              </a:rPr>
              <a:t>No quick way to check if an employee is working two jobs simultaneously.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• Ghost Contractor Billing: </a:t>
            </a:r>
            <a:r>
              <a:rPr sz="1050">
                <a:solidFill>
                  <a:srgbClr val="1E293B"/>
                </a:solidFill>
                <a:latin typeface="Times New Roman"/>
              </a:rPr>
              <a:t>Contractor agencies billing for fake workers who never worked on site.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Times New Roman"/>
              </a:rPr>
              <a:t>• Heavy Monthly Advance Fees: </a:t>
            </a:r>
            <a:r>
              <a:rPr sz="1050">
                <a:solidFill>
                  <a:srgbClr val="1E293B"/>
                </a:solidFill>
                <a:latin typeface="Times New Roman"/>
              </a:rPr>
              <a:t>Traditional agencies charge high fixed monthly retainer fees.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✔ THE JOY TRUE PROFILE SOLUTION (FAST &amp; RELIABLE)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✔ Instant Sub-45 Second Checks: </a:t>
            </a:r>
            <a:r>
              <a:rPr sz="1050">
                <a:solidFill>
                  <a:srgbClr val="1E293B"/>
                </a:solidFill>
                <a:latin typeface="Times New Roman"/>
              </a:rPr>
              <a:t>Connects directly to government and bank servers for real-time results.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✔ 100% Genuine Digital Proof: </a:t>
            </a:r>
            <a:r>
              <a:rPr sz="1050">
                <a:solidFill>
                  <a:srgbClr val="1E293B"/>
                </a:solidFill>
                <a:latin typeface="Times New Roman"/>
              </a:rPr>
              <a:t>Tamper-proof PDF report with a scannable QR code to confirm authenticity.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✔ Automatic Double Job Alert: </a:t>
            </a:r>
            <a:r>
              <a:rPr sz="1050">
                <a:solidFill>
                  <a:srgbClr val="1E293B"/>
                </a:solidFill>
                <a:latin typeface="Times New Roman"/>
              </a:rPr>
              <a:t>Checks PF records to instantly find overlapping employment histories.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✔ Labor Law Compliance (Form XVI): </a:t>
            </a:r>
            <a:r>
              <a:rPr sz="1050">
                <a:solidFill>
                  <a:srgbClr val="1E293B"/>
                </a:solidFill>
                <a:latin typeface="Times New Roman"/>
              </a:rPr>
              <a:t>Matches gate entries with PF deposits to eliminate ghost contractor billing.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✔ Simple Pay-Per-Candidate Model: </a:t>
            </a:r>
            <a:r>
              <a:rPr sz="1050">
                <a:solidFill>
                  <a:srgbClr val="1E293B"/>
                </a:solidFill>
                <a:latin typeface="Times New Roman"/>
              </a:rPr>
              <a:t>No setup fees, no monthly retainers. Pay only for verified profiles.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2 / 14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Features of JOY TRUE PROFILE: What the System Does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🆔 1. Identity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Aadhaar OTP &amp; instant demographic match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PAN card verification with name match score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Driving License and Vehicle RC check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Passport verification for global roles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🏦 2. Bank Account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₹1 Penny Drop test via IMPS banking network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Confirms exact registered account holder name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Validates bank branch and active account status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Eliminates salary transfer mistakes &amp; fraud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🏢 3. PF &amp; Job History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Direct EPFO Universal Account Number lookup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Full employment timeline and company history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Flags double employment &amp; moonlighting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Nationwide court and litigation record 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📱 4. Mobile Portal &amp; DigiLocker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1-Click WhatsApp invite link with secure PIN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Pulls original college degrees via DigiLocker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3D live camera selfie to match Aadhaar photo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Certified PDF report ready to download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3 / 14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END-TO-END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Short Workflow of the Project: 5 Simple Steps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63039"/>
            <a:ext cx="2560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1: HR Enters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35607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HR enters candidate basic details or uploads an Excel sheet with 500+ candidates in one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67712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404872"/>
            <a:ext cx="25603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2: WhatsApp Link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77440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Candidate automatically receives a personal WhatsApp and SMS link with a secure 4-digit PIN.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9544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346703"/>
            <a:ext cx="25603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3: Candidate Verifies on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19272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Candidate opens the link, enters PIN, completes Aadhaar OTP, pulls DigiLocker degree, and takes a selfie.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51376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288536"/>
            <a:ext cx="2560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4: Sub-45s Instant Database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261104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System instantly checks Aadhaar, PAN, Bank account, and PF job history directly from official servers.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93208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230368"/>
            <a:ext cx="2560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Step 5: Download Certified PDF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202936"/>
            <a:ext cx="7680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HR downloads the official background verification dossier complete with corporate logo and scannable QR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4 / 14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(1/5)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Portal 1: Super Admin Portal — Master Control Console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3AED"/>
                </a:solidFill>
                <a:latin typeface="Times New Roman"/>
              </a:rPr>
              <a:t>👑 SUPER ADMIN PORTAL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Manage All Client Companies: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Onboard client companies, verify CIN/GSTIN, and activate accounts.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Live API Speed &amp; Uptime Tracker: </a:t>
            </a:r>
            <a:r>
              <a:rPr sz="1000">
                <a:solidFill>
                  <a:srgbClr val="1E293B"/>
                </a:solidFill>
                <a:latin typeface="Times New Roman"/>
              </a:rPr>
              <a:t>Real-time tracker for Aadhaar, PAN, Bank, and EPFO servers.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Custom Pricing &amp; Credit Setup: </a:t>
            </a:r>
            <a:r>
              <a:rPr sz="1000">
                <a:solidFill>
                  <a:srgbClr val="1E293B"/>
                </a:solidFill>
                <a:latin typeface="Times New Roman"/>
              </a:rPr>
              <a:t>Set custom per-check tariffs and postpaid credit limits per company.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Complete System Security Audit: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Oversee platform activity, export logs, and DPDP compliance records.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7C3AED"/>
                </a:solidFill>
                <a:latin typeface="Times New Roman"/>
              </a:rPr>
              <a:t>⚙️ Super Admin Operational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Add Company ➔ 2. Set Custom Price ➔ 3. Monitor Live API Speed ➔ 4. Oversee Monthly Invoices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uper_admin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4876495" cy="29258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4348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7C3AED"/>
                </a:solidFill>
                <a:latin typeface="Times New Roman"/>
              </a:rPr>
              <a:t>🖥️ Live Super Admin Workstation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Direct registry control center monitoring tenant enterprise client activations, gateway latency, and platform security.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5 / 14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(2/5)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Portal 2: Company Admin Portal — Corporate Headquarters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🏢 COMPANY ADMIN PORTAL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Company Profile &amp; Logo: </a:t>
            </a:r>
            <a:r>
              <a:rPr sz="1000">
                <a:solidFill>
                  <a:srgbClr val="1E293B"/>
                </a:solidFill>
                <a:latin typeface="Times New Roman"/>
              </a:rPr>
              <a:t>Upload corporate logo, manage office addresses, CIN, GSTIN, and company PAN.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HR Recruiter Provisioning: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Add and manage HR recruiters, allocate verification quotas, and configure recruiter access.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Postpaid Monthly Billing: </a:t>
            </a:r>
            <a:r>
              <a:rPr sz="1000">
                <a:solidFill>
                  <a:srgbClr val="1E293B"/>
                </a:solidFill>
                <a:latin typeface="Times New Roman"/>
              </a:rPr>
              <a:t>Dashboard showing verified candidates, pending balance, and monthly 18% GST tax invoices.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Contractor Compliance Oversight: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Monitor third-party contractor workforce registers and ensure full statutory labor compliance.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2563EB"/>
                </a:solidFill>
                <a:latin typeface="Times New Roman"/>
              </a:rPr>
              <a:t>⚙️ Company Admin Operational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Set Company Logo ➔ 2. Add HR Recruiters ➔ 3. Monitor All Candidate Checks ➔ 4. Pay Monthly 18% GST Bill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any_admin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4876495" cy="29258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4348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563EB"/>
                </a:solidFill>
                <a:latin typeface="Times New Roman"/>
              </a:rPr>
              <a:t>🖥️ Live Company Admin Console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Executive management hub for HR team oversight, branch control, postpaid wallet monitoring, and 1-click tax invoice settlement.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6 / 14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(3/5)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Portal 3: HR Executive Workstation — Recruiter Dashboard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👔 HR EXECUTIVE WORKSTATION — FEATURES &amp; WORKFLOW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Single &amp; 500+ Excel Bulk Import: </a:t>
            </a:r>
            <a:r>
              <a:rPr sz="980">
                <a:solidFill>
                  <a:srgbClr val="1E293B"/>
                </a:solidFill>
                <a:latin typeface="Times New Roman"/>
              </a:rPr>
              <a:t>Enter candidate info individually or upload a batch of 500+ candidates using an Excel sheet.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1-Click WhatsApp Magic Links: </a:t>
            </a:r>
            <a:r>
              <a:rPr sz="980">
                <a:solidFill>
                  <a:srgbClr val="1E293B"/>
                </a:solidFill>
                <a:latin typeface="Times New Roman"/>
              </a:rPr>
              <a:t>Send invitation links via WhatsApp and SMS with automatically generated 4-digit security PINs.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Live Candidate Progress Board: </a:t>
            </a:r>
            <a:r>
              <a:rPr sz="980">
                <a:solidFill>
                  <a:srgbClr val="1E293B"/>
                </a:solidFill>
                <a:latin typeface="Times New Roman"/>
              </a:rPr>
              <a:t>Track who has opened the link, who is filling the form, and whose checks are completed in real time.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AI Photo &amp; Face Matching: </a:t>
            </a:r>
            <a:r>
              <a:rPr sz="980">
                <a:solidFill>
                  <a:srgbClr val="1E293B"/>
                </a:solidFill>
                <a:latin typeface="Times New Roman"/>
              </a:rPr>
              <a:t>Compares candidate's live camera selfie with their official Aadhaar photo and shows match percentage.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1-Click Master PDF Dossier: </a:t>
            </a:r>
            <a:r>
              <a:rPr sz="980">
                <a:solidFill>
                  <a:srgbClr val="1E293B"/>
                </a:solidFill>
                <a:latin typeface="Times New Roman"/>
              </a:rPr>
              <a:t>Download the complete verified report stamped with company logo, QR code, and digital seal.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⚙️ HR Recruiter Daily Workflow: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Enter Candidate / Excel ➔ 2. Send WhatsApp Link ➔ 3. Watch Live Status ➔ 4. Download PDF Dossier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r_workstation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4876495" cy="29258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4348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Times New Roman"/>
              </a:rPr>
              <a:t>🖥️ Live HR Executive Workstation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Recruiter pipeline with employer company branding, bulk actions, candidate status filters, and instant one-click dossier export.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7 / 14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(4/5)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Portal 4: Candidate Portal — Frictionless Mobile Web App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852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Times New Roman"/>
              </a:rPr>
              <a:t>📱 CANDIDATE PORTAL — FEATURES &amp; WORKFLOW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Zero Mobile App Install: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Candidates open the link directly in their mobile browser without installing any app.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4-Digit PIN Security: </a:t>
            </a:r>
            <a:r>
              <a:rPr sz="1000">
                <a:solidFill>
                  <a:srgbClr val="1E293B"/>
                </a:solidFill>
                <a:latin typeface="Times New Roman"/>
              </a:rPr>
              <a:t>Each candidate receives a personal PIN on WhatsApp to ensure only they can access their link.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Aadhaar OTP e-KYC: </a:t>
            </a:r>
            <a:r>
              <a:rPr sz="1000">
                <a:solidFill>
                  <a:srgbClr val="1E293B"/>
                </a:solidFill>
                <a:latin typeface="Times New Roman"/>
              </a:rPr>
              <a:t>Instant paperless identity verification with automatic number masking (XXXX-XXXX-1234).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DigiLocker Degree Fetch: </a:t>
            </a:r>
            <a:r>
              <a:rPr sz="1000">
                <a:solidFill>
                  <a:srgbClr val="1E293B"/>
                </a:solidFill>
                <a:latin typeface="Times New Roman"/>
              </a:rPr>
              <a:t>1-Click connect to DigiLocker to pull verified 10th/12th marksheets, degrees, and licenses.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3D Camera Selfie Scan: </a:t>
            </a:r>
            <a:r>
              <a:rPr sz="1000">
                <a:solidFill>
                  <a:srgbClr val="1E293B"/>
                </a:solidFill>
                <a:latin typeface="Times New Roman"/>
              </a:rPr>
              <a:t>Takes front, left, and right camera photos to confirm the person is real and prevent fake photos.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D97706"/>
                </a:solidFill>
                <a:latin typeface="Times New Roman"/>
              </a:rPr>
              <a:t>⚙️ Candidate 2-Minute Onboarding 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Open WhatsApp Link ➔ 2. Enter 4-Digit PIN ➔ 3. Enter Aadhaar OTP ➔ 4. Take Selfie &amp; Submit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280160"/>
            <a:ext cx="469361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ndidate_mobile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71600"/>
            <a:ext cx="201168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9440" y="5486400"/>
            <a:ext cx="43278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D97706"/>
                </a:solidFill>
                <a:latin typeface="Times New Roman"/>
              </a:rPr>
              <a:t>📱 Frictionless Mobile Web App: 4-Digit PIN, Aadhaar e-KYC &amp; 3D Selfie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8 / 14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PORTAL ARCHITECTURE (5/5)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Portal 5: Vendor &amp; Contractor Portal — CLRA Compliance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🤝 VENDOR &amp; CONTRACTOR DUE DILIGENCE — FEATURES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Vendor Legal Checks: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Checks vendor Ministry of Corporate Affairs CIN, GSTIN status, Corporate PAN, and MSME registration.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₹1 Bank Account Test: </a:t>
            </a:r>
            <a:r>
              <a:rPr sz="1000">
                <a:solidFill>
                  <a:srgbClr val="1E293B"/>
                </a:solidFill>
                <a:latin typeface="Times New Roman"/>
              </a:rPr>
              <a:t>Penny drop check confirms the vendor's bank account name exactly matches their trade legal name.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CLRA Form XVI Labor Register: </a:t>
            </a:r>
            <a:r>
              <a:rPr sz="1000">
                <a:solidFill>
                  <a:srgbClr val="1E293B"/>
                </a:solidFill>
                <a:latin typeface="Times New Roman"/>
              </a:rPr>
              <a:t>Generates government-approved Contract Labor (Regulation &amp; Abolition) muster automatically.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Times New Roman"/>
              </a:rPr>
              <a:t>• Anti-Ghost Worker Sync: </a:t>
            </a:r>
            <a:r>
              <a:rPr sz="1000">
                <a:solidFill>
                  <a:srgbClr val="1E293B"/>
                </a:solidFill>
                <a:latin typeface="Times New Roman"/>
              </a:rPr>
              <a:t>Matches deployed factory workers against active PF/ESIC records to stop fraudulent billing.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59669"/>
                </a:solidFill>
                <a:latin typeface="Times New Roman"/>
              </a:rPr>
              <a:t>⚙️ Vendor Due Diligence Workflow: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Times New Roman"/>
              </a:rPr>
              <a:t>1. Enter Vendor GSTIN ➔ 2. Direct Legal &amp; Bank Check ➔ 3. Audit Contractor Workers ➔ 4. Export Due Diligence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dor_portal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4876495" cy="29258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4348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Times New Roman"/>
              </a:rPr>
              <a:t>🖥️ Live Vendor Verification Studio View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Automated statutory audit studio checking contractor legal authenticity, bank solvency, and contract labor compliance.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9 / 14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How JOY TRUE PROFILE is Different &amp; Better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144975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Key Area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Old Traditional BGV Agencies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Times New Roman"/>
                        </a:rPr>
                        <a:t>JOY TRUE PROFILE (Direct Rail)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Verification Speed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DC2626"/>
                          </a:solidFill>
                          <a:latin typeface="Times New Roman"/>
                        </a:rPr>
                        <a:t>❌ 15 to 20 Days (Manual phone calls)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059669"/>
                          </a:solidFill>
                          <a:latin typeface="Times New Roman"/>
                        </a:rPr>
                        <a:t>✔ Under 45 Seconds (Direct database query)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Data Accuracy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DC2626"/>
                          </a:solidFill>
                          <a:latin typeface="Times New Roman"/>
                        </a:rPr>
                        <a:t>❌ High error rate from manual paper checks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059669"/>
                          </a:solidFill>
                          <a:latin typeface="Times New Roman"/>
                        </a:rPr>
                        <a:t>✔ 100% Genuine (Direct Government &amp; Bank APIs)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Double Job (Moonlighting)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DC2626"/>
                          </a:solidFill>
                          <a:latin typeface="Times New Roman"/>
                        </a:rPr>
                        <a:t>❌ No check available (Zero PF visibility)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059669"/>
                          </a:solidFill>
                          <a:latin typeface="Times New Roman"/>
                        </a:rPr>
                        <a:t>✔ Smart Live PF Check (Flags active double jobs)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Report Security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DC2626"/>
                          </a:solidFill>
                          <a:latin typeface="Times New Roman"/>
                        </a:rPr>
                        <a:t>❌ Static PDF (Easy to manipulate)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059669"/>
                          </a:solidFill>
                          <a:latin typeface="Times New Roman"/>
                        </a:rPr>
                        <a:t>✔ Tamper-Proof PDF + Scannable QR Code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Contractor Labor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DC2626"/>
                          </a:solidFill>
                          <a:latin typeface="Times New Roman"/>
                        </a:rPr>
                        <a:t>❌ Manual paper records with ghost workers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059669"/>
                          </a:solidFill>
                          <a:latin typeface="Times New Roman"/>
                        </a:rPr>
                        <a:t>✔ Automated Form XVI Register &amp; Gate Sync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Times New Roman"/>
                        </a:rPr>
                        <a:t>Commercial Pricing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DC2626"/>
                          </a:solidFill>
                          <a:latin typeface="Times New Roman"/>
                        </a:rPr>
                        <a:t>❌ Expensive advance retainers &amp; lock-ins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059669"/>
                          </a:solidFill>
                          <a:latin typeface="Times New Roman"/>
                        </a:rPr>
                        <a:t>✔ 100% Pay-Per-Use with 18% GST Invoice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10 / 14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INNOVATION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Unique Ideas &amp; Smart Innovations in This Project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💡 5 PIONEERING INNOVATIONS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⚡ Sub-45s Direct Government Rail: </a:t>
            </a:r>
            <a:r>
              <a:rPr sz="1000">
                <a:solidFill>
                  <a:srgbClr val="1E293B"/>
                </a:solidFill>
                <a:latin typeface="Times New Roman"/>
              </a:rPr>
              <a:t>No middleman screening agencies. Direct parallel API lookups to UIDAI, NSDL, NPCI, and EPFO.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🛡️ Smart Moonlighting Radar: </a:t>
            </a:r>
            <a:r>
              <a:rPr sz="1000">
                <a:solidFill>
                  <a:srgbClr val="1E293B"/>
                </a:solidFill>
                <a:latin typeface="Times New Roman"/>
              </a:rPr>
              <a:t>Analyzes active PF contribution records to immediately catch candidates secretly working two jobs.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📸 3D Live Selfie &amp; Face Match: </a:t>
            </a:r>
            <a:r>
              <a:rPr sz="1000">
                <a:solidFill>
                  <a:srgbClr val="1E293B"/>
                </a:solidFill>
                <a:latin typeface="Times New Roman"/>
              </a:rPr>
              <a:t>Interactive camera selfie scan matches face features with official Aadhaar photo to defeat deepfakes.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🏗️ CLRA Form XVI Gate Sync: </a:t>
            </a:r>
            <a:r>
              <a:rPr sz="1000">
                <a:solidFill>
                  <a:srgbClr val="1E293B"/>
                </a:solidFill>
                <a:latin typeface="Times New Roman"/>
              </a:rPr>
              <a:t>Connects turnstile biometric entries directly to contractor PF/ESIC rolls, stopping fake worker billing.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Times New Roman"/>
              </a:rPr>
              <a:t>✔ 🔐 Scannable QR Code on PDFs: </a:t>
            </a:r>
            <a:r>
              <a:rPr sz="1000">
                <a:solidFill>
                  <a:srgbClr val="1E293B"/>
                </a:solidFill>
                <a:latin typeface="Times New Roman"/>
              </a:rPr>
              <a:t>Every dossier carries a live QR code. Anyone can scan with their phone to confirm authentic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ossier_pdf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4876495" cy="29258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43484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59669"/>
                </a:solidFill>
                <a:latin typeface="Times New Roman"/>
              </a:rPr>
              <a:t>📄 Certified Dossier with Scannable QR Code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Master PDF report generated dynamically with official company logo, scannable QR verification badge, and SHA-256 digital seal.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11 / 14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SECURITY &amp; DPDP ACT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Data Security &amp; Privacy: 100% Safe, Legal &amp; Compliant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42316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🔒 1. 100% DPDP Act 2023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Candidate gives clear digital consent before any check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Timestamped consent log saved with IP and location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Candidate has full right to view &amp; manage their data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100% compliant with Indian Data Protection laws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417320"/>
            <a:ext cx="24231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🛡️ 2. Bank-Grade 256-Bit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All stored files protected with 256-bit AES encryption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TLS 1.3 secure network connection during verification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Candidate passwords stored with salted cryptographic hash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Zero unauthorized data leaks or external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42316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👁️ 3. Automatic Number 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Aadhaar numbers masked automatically to XXXX-XXXX-1234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PAN and Bank account details masked on preview screens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Zero raw biometric fingerprint storage on servers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Follows strict UIDAI government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606040" cy="4800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417320"/>
            <a:ext cx="2423160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🏢 4. Multi-Company 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10312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Each company's candidate data is completely separate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No company or recruiter can view another company's data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Auto session logouts to protect unattended screens</a:t>
            </a:r>
          </a:p>
          <a:p>
            <a:pPr>
              <a:spcBef>
                <a:spcPts val="800"/>
              </a:spcBef>
            </a:pPr>
            <a:r>
              <a:rPr sz="1000">
                <a:solidFill>
                  <a:srgbClr val="1E293B"/>
                </a:solidFill>
                <a:latin typeface="Times New Roman"/>
              </a:rPr>
              <a:t>• Instant security alerts for any suspicious activity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12 / 14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457200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59669"/>
                </a:solidFill>
                <a:latin typeface="Times New Roman"/>
              </a:rPr>
              <a:t>MONETIZATION &amp;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Times New Roman"/>
              </a:rPr>
              <a:t>Simple Postpaid Pricing &amp; High Business Value</a:t>
            </a:r>
          </a:p>
        </p:txBody>
      </p:sp>
      <p:pic>
        <p:nvPicPr>
          <p:cNvPr id="6" name="Picture 5" descr="joy_true_profile_shield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256032"/>
            <a:ext cx="685800" cy="7930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3258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463039"/>
            <a:ext cx="498348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⏱️ 95% Faster Hiring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Reduces verification turnaround from 20 days to under 45 seconds, stopping selected candidates from joining competitors.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39"/>
            <a:ext cx="49834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📉 60% Cost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8424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100% postpaid pay-per-candidate pricing eliminates expensive monthly agency retainers and overhead fees.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49834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🎯 99.98% Verification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6168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Direct queries to UIDAI, NSDL, NPCI and EPFO eliminate human screening errors and fake certificates.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703320"/>
            <a:ext cx="52578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49834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Times New Roman"/>
              </a:rPr>
              <a:t>🧾 Automated 18% GST Invoicing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61688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E293B"/>
                </a:solidFill>
                <a:latin typeface="Times New Roman"/>
              </a:rPr>
              <a:t>System generates monthly B2B 18% GST tax invoices with 1-click Razorpay, UPI, or NetBanking payment.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13 / 14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10728655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4572000" cy="3474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059669"/>
                </a:solidFill>
                <a:latin typeface="Times New Roman"/>
              </a:rPr>
              <a:t>THANK YOU FOR YOUR TIME &amp;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36192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Times New Roman"/>
              </a:rPr>
              <a:t>Thank You! Let's Build Trust Together.</a:t>
            </a:r>
          </a:p>
          <a:p>
            <a:pPr>
              <a:spcBef>
                <a:spcPts val="400"/>
              </a:spcBef>
            </a:pPr>
            <a:r>
              <a:rPr sz="1350" b="1">
                <a:solidFill>
                  <a:srgbClr val="2563EB"/>
                </a:solidFill>
                <a:latin typeface="Times New Roman"/>
              </a:rPr>
              <a:t>Transform your workforce and vendor verification with sub-45-second direct government 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834640"/>
            <a:ext cx="3200400" cy="29260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29718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59669"/>
                </a:solidFill>
                <a:latin typeface="Times New Roman"/>
              </a:rPr>
              <a:t>🏢 Corporate Office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E293B"/>
                </a:solidFill>
                <a:latin typeface="Times New Roman"/>
              </a:rPr>
              <a:t>JOY CORPORATE SOLUTIONS PRIVATE LIMITED
Coimbatore, Tamil Nadu, India
PIN: 641001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34640"/>
            <a:ext cx="3200400" cy="2926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9718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Times New Roman"/>
              </a:rPr>
              <a:t>📧 Enterprise Email &amp; Web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E293B"/>
                </a:solidFill>
                <a:latin typeface="Times New Roman"/>
              </a:rPr>
              <a:t>Email: info@joycorporatesolutions.com
Web: verification.joycorporatesolutions.com
HR Suite: joypeoplehr.com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834640"/>
            <a:ext cx="3200400" cy="29260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97180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Times New Roman"/>
              </a:rPr>
              <a:t>📞 Direct Phone &amp; Demos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1E293B"/>
                </a:solidFill>
                <a:latin typeface="Times New Roman"/>
              </a:rPr>
              <a:t>Phone / WhatsApp: +91 99946 99044
Operational Hours: Monday - Saturday
9:00 AM - 7:00 PM 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Times New Roman"/>
              </a:rPr>
              <a:t>JOY TRUE PROFILE  •  JOY CORPORATE SOLUTIONS PRIVATE LIMITED  •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Times New Roman"/>
              </a:rPr>
              <a:t>14 / 14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